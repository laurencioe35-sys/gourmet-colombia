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b237b569524984" /><Relationship Type="http://schemas.openxmlformats.org/officeDocument/2006/relationships/extended-properties" Target="/docProps/app.xml" Id="R762c6db0f90d4e4d" /><Relationship Type="http://schemas.openxmlformats.org/officeDocument/2006/relationships/officeDocument" Target="/ppt/presentation.xml" Id="Rca3587b4b59c46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0bb4b9dba642e9"/>
  </p:sldMasterIdLst>
  <p:notesMasterIdLst>
    <p:notesMasterId xmlns:r="http://schemas.openxmlformats.org/officeDocument/2006/relationships" r:id="R9930fad49c304777"/>
  </p:notesMasterIdLst>
  <p:sldIdLst>
    <p:sldId xmlns:r="http://schemas.openxmlformats.org/officeDocument/2006/relationships" id="256" r:id="Rc6e7ae7e7103452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bb4b9dba642e9" /><Relationship Type="http://schemas.openxmlformats.org/officeDocument/2006/relationships/theme" Target="/ppt/theme/theme1.xml" Id="R69950b234c87479e" /><Relationship Type="http://schemas.openxmlformats.org/officeDocument/2006/relationships/notesMaster" Target="/ppt/notesMasters/notesMaster1.xml" Id="R9930fad49c304777" /><Relationship Type="http://schemas.openxmlformats.org/officeDocument/2006/relationships/presProps" Target="/ppt/presProps.xml" Id="R7ff340665bc347fe" /><Relationship Type="http://schemas.openxmlformats.org/officeDocument/2006/relationships/viewProps" Target="/ppt/viewProps.xml" Id="R221900c221ee419f" /><Relationship Type="http://schemas.openxmlformats.org/officeDocument/2006/relationships/tableStyles" Target="/ppt/tableStyles.xml" Id="R32439e91f39b4772" /><Relationship Type="http://schemas.openxmlformats.org/officeDocument/2006/relationships/slide" Target="/ppt/slides/slide1.xml" Id="Rc6e7ae7e7103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e1b8cd98cc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9c7849c934f6c" /><Relationship Type="http://schemas.openxmlformats.org/officeDocument/2006/relationships/notesMaster" Target="/ppt/notesMasters/notesMaster1.xml" Id="R933679b00b8a40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75f7ed1c549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98f654840f4534" /><Relationship Type="http://schemas.openxmlformats.org/officeDocument/2006/relationships/slideLayout" Target="/ppt/slideLayouts/slideLayout2.xml" Id="R6a5aa794d3a4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aa794d3a4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28779dca6e4790" /><Relationship Type="http://schemas.openxmlformats.org/officeDocument/2006/relationships/notesSlide" Target="/ppt/notesSlides/notesSlide1.xml" Id="R27ff3a441f5b4e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8FF184C-86CE-48FF-B715-518E2DE7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D2D753F5-A305-4835-A713-C7A4DF6D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600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>
            <a:noFill/>
          </a:ln>
        </p:spPr>
      </p:sp>
      <p:sp>
        <p:nvSpPr>
          <p:cNvPr id="3" name="title-box">
            <a:extLst xmlns:a="http://schemas.openxmlformats.org/drawingml/2006/main">
              <a:ext uri="{FF2B5EF4-FFF2-40B4-BE49-F238E27FC236}">
                <a16:creationId xmlns:a16="http://schemas.microsoft.com/office/drawing/2014/main" id="{F0A3E87B-CEA9-4D42-ACC8-9C8C5659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1428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Prueba de shape y texto editable</a:t>
            </a:r>
          </a:p>
        </p:txBody>
      </p:sp>
    </p:spTree>
    <p:extLst>
      <p:ext uri="{BB962C8B-B14F-4D97-AF65-F5344CB8AC3E}">
        <p14:creationId xmlns:p14="http://schemas.microsoft.com/office/powerpoint/2010/main" val="559754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2026-06-22T19:57:44.9510000Z</dcterms:created>
  <dcterms:modified xsi:type="dcterms:W3CDTF">2026-06-22T19:57:44.9520000Z</dcterms:modified>
</coreProperties>
</file>