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4e0a9611204477" /><Relationship Type="http://schemas.openxmlformats.org/officeDocument/2006/relationships/extended-properties" Target="/docProps/app.xml" Id="R9aeee2dd2a204498" /><Relationship Type="http://schemas.openxmlformats.org/officeDocument/2006/relationships/officeDocument" Target="/ppt/presentation.xml" Id="R347c87377eab42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e717b5ec943e5"/>
  </p:sldMasterIdLst>
  <p:notesMasterIdLst>
    <p:notesMasterId xmlns:r="http://schemas.openxmlformats.org/officeDocument/2006/relationships" r:id="Rb37e0ea16fc741ef"/>
  </p:notesMasterIdLst>
  <p:sldIdLst>
    <p:sldId xmlns:r="http://schemas.openxmlformats.org/officeDocument/2006/relationships" id="256" r:id="Rbd329e0c3b0a4df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e717b5ec943e5" /><Relationship Type="http://schemas.openxmlformats.org/officeDocument/2006/relationships/theme" Target="/ppt/theme/theme1.xml" Id="R6162c557f73b4408" /><Relationship Type="http://schemas.openxmlformats.org/officeDocument/2006/relationships/notesMaster" Target="/ppt/notesMasters/notesMaster1.xml" Id="Rb37e0ea16fc741ef" /><Relationship Type="http://schemas.openxmlformats.org/officeDocument/2006/relationships/presProps" Target="/ppt/presProps.xml" Id="Rf2674d82a1ed4e66" /><Relationship Type="http://schemas.openxmlformats.org/officeDocument/2006/relationships/viewProps" Target="/ppt/viewProps.xml" Id="R464d7e57664f41c0" /><Relationship Type="http://schemas.openxmlformats.org/officeDocument/2006/relationships/tableStyles" Target="/ppt/tableStyles.xml" Id="R4c0584ec0189497f" /><Relationship Type="http://schemas.openxmlformats.org/officeDocument/2006/relationships/slide" Target="/ppt/slides/slide1.xml" Id="Rbd329e0c3b0a4d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2186d82e9114e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a5a397e51a4c12" /><Relationship Type="http://schemas.openxmlformats.org/officeDocument/2006/relationships/notesMaster" Target="/ppt/notesMasters/notesMaster1.xml" Id="R47419cf0af9543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ca8900bdfb4b1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a122175869a474f" /><Relationship Type="http://schemas.openxmlformats.org/officeDocument/2006/relationships/slideLayout" Target="/ppt/slideLayouts/slideLayout2.xml" Id="R793ec7679b6748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3ec7679b6748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b77a65b9ef4dcf" /><Relationship Type="http://schemas.openxmlformats.org/officeDocument/2006/relationships/notesSlide" Target="/ppt/notesSlides/notesSlide1.xml" Id="R360a8212e4f540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350C0DD4-F057-4D59-B661-0870C693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64592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11827"/>
                </a:solidFill>
              </a:defRPr>
            </a:pPr>
            <a:r>
              <a:rPr sz="5400" b="1">
                <a:solidFill>
                  <a:srgbClr val="111827"/>
                </a:solidFill>
              </a:rPr>
              <a:t>Prueba GourmetPOS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C5A795-9273-481D-A292-36808804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6459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4B5563"/>
                </a:solidFill>
              </a:defRPr>
            </a:pPr>
            <a:r>
              <a:rPr sz="2400">
                <a:solidFill>
                  <a:srgbClr val="4B5563"/>
                </a:solidFill>
              </a:rPr>
              <a:t>Render de validacion</a:t>
            </a:r>
          </a:p>
        </p:txBody>
      </p:sp>
    </p:spTree>
    <p:extLst>
      <p:ext uri="{BB962C8B-B14F-4D97-AF65-F5344CB8AC3E}">
        <p14:creationId xmlns:p14="http://schemas.microsoft.com/office/powerpoint/2010/main" val="1143565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2026-06-22T19:52:54.7840000Z</dcterms:created>
  <dcterms:modified xsi:type="dcterms:W3CDTF">2026-06-22T19:52:54.7840000Z</dcterms:modified>
</coreProperties>
</file>